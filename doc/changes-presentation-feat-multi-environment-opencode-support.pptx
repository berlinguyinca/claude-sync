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33333"/>
                </a:solidFill>
                <a:latin typeface="Calibri"/>
              </a:defRPr>
            </a:pPr>
            <a:r>
              <a:t>ai-sync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4A90D9"/>
                </a:solidFill>
                <a:latin typeface="Calibri"/>
              </a:defRPr>
            </a:pPr>
            <a:r>
              <a:t>Multi-Environment Support: What Changed &amp;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Branch: feat/multi-environment-opencode-support  |  March 12,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Calibri"/>
              </a:defRPr>
            </a:pPr>
            <a:r>
              <a:t>Here's what we improved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601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Added support for syncing OpenCode configuration alongside Claude Code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Each tool's config is kept strictly isolated — they never mix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Existing users can upgrade their sync repos with a single command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New commands to manage which tools are synced per machine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Renamed from claude-sync to ai-sync to reflect multi-tool support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Skills (slash commands) now install only into their target tool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Shared code was deduplicated into a single reusable module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Calibri"/>
              </a:defRPr>
            </a:pPr>
            <a:r>
              <a:t>Each tool gets its own isolated config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Before (v1 — flat, Claude only)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029200" cy="38404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~/.ai-sync/</a:t>
            </a:r>
            <a:br/>
            <a:r>
              <a:t>├── CLAUDE.md</a:t>
            </a:r>
            <a:br/>
            <a:r>
              <a:t>├── settings.json</a:t>
            </a:r>
            <a:br/>
            <a:r>
              <a:t>├── commands/</a:t>
            </a:r>
            <a:br/>
            <a:r>
              <a:t>│   └── sync.md</a:t>
            </a:r>
            <a:br/>
            <a:r>
              <a:t>└── agents/</a:t>
            </a:r>
            <a:br/>
            <a:br/>
            <a:br/>
            <a:r>
              <a:t>(everything mixed at root)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32004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4A90D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After (v2 — isolated subdirectories)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920240"/>
            <a:ext cx="5029200" cy="384048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~/.ai-sync/</a:t>
            </a:r>
            <a:br/>
            <a:r>
              <a:t>├── .sync-version</a:t>
            </a:r>
            <a:br/>
            <a:r>
              <a:t>├── claude/</a:t>
            </a:r>
            <a:br/>
            <a:r>
              <a:t>│   ├── CLAUDE.md</a:t>
            </a:r>
            <a:br/>
            <a:r>
              <a:t>│   ├── settings.json</a:t>
            </a:r>
            <a:br/>
            <a:r>
              <a:t>│   └── commands/sync.md</a:t>
            </a:r>
            <a:br/>
            <a:r>
              <a:t>└── opencode/</a:t>
            </a:r>
            <a:br/>
            <a:r>
              <a:t>    ├── opencode.json</a:t>
            </a:r>
            <a:br/>
            <a:r>
              <a:t>    └── command/sync.md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943600"/>
            <a:ext cx="10515600" cy="6400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Why this matters: Claude and OpenCode configs are incompatible — mixing them would break your setup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Calibri"/>
              </a:defRPr>
            </a:pPr>
            <a:r>
              <a:t>Skills only install where they belong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Before — all skills installed everywhere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~/.claude/commands/</a:t>
            </a:r>
            <a:br/>
            <a:r>
              <a:t>  sync.md  ✓     opencode-sync.md  ✗ wrong!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502920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~/.config/opencode/command/</a:t>
            </a:r>
            <a:br/>
            <a:r>
              <a:t>  sync.md  ✗ wrong!     opencode-sync.md  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Calibri"/>
              </a:defRPr>
            </a:pPr>
            <a:r>
              <a:t>After — naming convention ensures isolation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5029200" cy="109728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~/.claude/commands/</a:t>
            </a:r>
            <a:br/>
            <a:r>
              <a:t>  sync.md  ✓  (from sync.claude.md)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291840"/>
            <a:ext cx="5029200" cy="1097280"/>
          </a:xfrm>
          <a:prstGeom prst="roundRect">
            <a:avLst/>
          </a:prstGeom>
          <a:solidFill>
            <a:srgbClr val="EAF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~/.config/opencode/command/</a:t>
            </a:r>
            <a:br/>
            <a:r>
              <a:t>  sync.md  ✓  (from sync.opencode.md)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10515600" cy="137160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Naming convention:  &lt;name&gt;.&lt;envId&gt;.md</a:t>
            </a:r>
            <a:br/>
            <a:br/>
            <a:r>
              <a:t>sync.claude.md → installs as sync.md into Claude Code only</a:t>
            </a:r>
            <a:br/>
            <a:r>
              <a:t>sync.opencode.md → installs as sync.md into OpenCode only</a:t>
            </a:r>
            <a:br/>
            <a:r>
              <a:t>utils.md → installs into all environments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309360"/>
            <a:ext cx="10515600" cy="45720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Why this matters: incompatible skill files in the wrong tool cause errors and confusion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Calibri"/>
              </a:defRPr>
            </a:pPr>
            <a:r>
              <a:t>Clean architecture with shared helpers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2743200" cy="6400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environment.ts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Defines what each tool needs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2743200" cy="6400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env-config.ts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Tracks which tools are enabled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08960"/>
            <a:ext cx="274320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env-helpers.ts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3200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Shared logic (no duplication)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931920"/>
            <a:ext cx="2743200" cy="6400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migration.ts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Upgrades v1 repos to 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env-helpers.ts used by: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92024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sync-engine.ts (push/pull/status)</a:t>
            </a:r>
          </a:p>
          <a:p>
            <a:pPr>
              <a:spcAft>
                <a:spcPts val="8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init.ts (first-time setup)</a:t>
            </a:r>
          </a:p>
          <a:p>
            <a:pPr>
              <a:spcAft>
                <a:spcPts val="8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bootstrap.ts (new machines)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Before: 3 copies of same helpers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7AE60"/>
                </a:solidFill>
                <a:latin typeface="Calibri"/>
              </a:defRPr>
            </a:pPr>
            <a:r>
              <a:t>After: 1 shared module, 0 duplication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515600" cy="54864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Why this matters: one source of truth prevents bugs from helpers drifting apart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Calibri"/>
              </a:defRPr>
            </a:pPr>
            <a:r>
              <a:t>New commands for managing environments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572000" cy="59436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ai-sync env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Show all environments and their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4572000" cy="59436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ai-sync env enable opencode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Start syncing OpenCode config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4572000" cy="59436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ai-sync env disable opencode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200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Stop syncing OpenCode config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4572000" cy="594360"/>
          </a:xfrm>
          <a:prstGeom prst="round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ai-sync migrate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4023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Upgrade v1 flat repo → v2 subdirectory format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515600" cy="548640"/>
          </a:xfrm>
          <a:prstGeom prst="roundRect">
            <a:avLst/>
          </a:prstGeom>
          <a:solidFill>
            <a:srgbClr val="EB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Default: Claude Code only. Users opt-in to additional environments explicitly.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Calibri"/>
              </a:defRPr>
            </a:pPr>
            <a:r>
              <a:t>Impact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00400" cy="137160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Review findings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463040"/>
            <a:ext cx="3200400" cy="1371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Calibri"/>
              </a:defRPr>
            </a:pPr>
            <a:r>
              <a:t>Fixed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8" y="1463040"/>
            <a:ext cx="3200400" cy="13716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8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Deferred (low risk)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13716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Config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657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Skills no longer cross-install between Claude/OpenCode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13716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Code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114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Deduplicated helpers into shared env-helpers.ts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13716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572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Clean PR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572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Removed unrelated doc/claude-code-productivity.pptx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137160" cy="36576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Binary Safety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029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Deferred — all current targets are text files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486400"/>
            <a:ext cx="137160" cy="36576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486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33333"/>
                </a:solidFill>
                <a:latin typeface="Calibri"/>
              </a:defRPr>
            </a:pPr>
            <a:r>
              <a:t>Integration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486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Calibri"/>
              </a:defRPr>
            </a:pPr>
            <a:r>
              <a:t>Deferred — unit tests + manual testing cover the 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33333"/>
                </a:solidFill>
                <a:latin typeface="Calibri"/>
              </a:defRPr>
            </a:pPr>
            <a:r>
              <a:t>All tests pass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3200400" cy="1828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165</a:t>
            </a:r>
            <a:br/>
            <a:r>
              <a:t>tests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1463040"/>
            <a:ext cx="3200400" cy="1828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15</a:t>
            </a:r>
            <a:br/>
            <a:r>
              <a:t>test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463040"/>
            <a:ext cx="3200400" cy="1828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60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  <a:br/>
            <a:r>
              <a:t>failures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Calibri"/>
              </a:defRPr>
            </a:pPr>
            <a:r>
              <a:t>42 new test cases added: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environment.test.ts — 19 tests covering Environment interface contracts</a:t>
            </a:r>
          </a:p>
          <a:p>
            <a:pPr>
              <a:spcAft>
                <a:spcPts val="8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env-config.test.ts — 9 tests covering config persistence and validation</a:t>
            </a:r>
          </a:p>
          <a:p>
            <a:pPr>
              <a:spcAft>
                <a:spcPts val="800"/>
              </a:spcAft>
              <a:defRPr sz="1600">
                <a:solidFill>
                  <a:srgbClr val="666666"/>
                </a:solidFill>
                <a:latin typeface="Calibri"/>
              </a:defRPr>
            </a:pPr>
            <a:r>
              <a:t>migration.test.ts — 6 tests covering v1→v2 migration end-to-end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27AE60"/>
                </a:solidFill>
                <a:latin typeface="Calibri"/>
              </a:defRPr>
            </a:pPr>
            <a:r>
              <a:t>Ready for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33333"/>
                </a:solidFill>
                <a:latin typeface="Calibri"/>
              </a:defRPr>
            </a:pPr>
            <a:r>
              <a:t>PR #4: feat: multi-environment support (Claude Code + OpenCode)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4A90D9"/>
                </a:solidFill>
                <a:latin typeface="Calibri"/>
              </a:defRPr>
            </a:pPr>
            <a:r>
              <a:t>https://github.com/berlinguyinca/claude-sync/pull/4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5029200"/>
            <a:ext cx="6400800" cy="64008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All 165 tests passing  |  Review fixes applied  |  Ready to merge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